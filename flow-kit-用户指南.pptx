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18001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Flow-Kit 用户指南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514600"/>
            <a:ext cx="3840480" cy="279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1800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AI 驱动的软件开发流程框架 · 从想法到上线的完整生命周期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Claude Code · DeepSeek Harness(dsh) · OpenCode 三平台同源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8 阶段流水线 · PCSC/PCG 双层防护 · L2/L3 独立审查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9ECF5"/>
                </a:solidFill>
                <a:latin typeface="Times New Roman"/>
                <a:ea typeface="宋体"/>
                <a:cs typeface="宋体"/>
              </a:rPr>
              <a:t>2026-09-21 | github.com/hellrabbit/flow-kit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什么是 flow-kit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一套结构化的变更生命周期管理框架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为 Claude Code / DeepSeek Harness（dsh）/ OpenCode 等 AI 编码工具提供流程框架；Gemini CLI / Codex CLI 亦可 bundle 安装使用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把需求从模糊想法拆到合并：8 个顺序阶段，每阶段有输入/输出/门禁/自检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核心组件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6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flow-kit 核心引擎 — GO.md 统一入口 / prompts / reference / templates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6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flow-* 技能包装器 — 17 个技能，暴露 /flow-go、/flow 斜杠命令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6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dsh-flow-kit 插件 — dsh 平台一等交付：cordis.patch.yml 挂载 skills/hooks/brooks-lint/vendor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6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Hook 运行时 — Stop（12 开关模块 + 基础设施脚本）· PreToolUse · SessionStart · pre-commit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核心概念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change-id · .flow-active · .specs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6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change-id：kebab-case（2~4 词），阶段 0 由 AI 自动生成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6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.flow-active：项目根运行时状态（change_id/phase/task/goal/interrupt）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6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.specs/&lt;change-id&gt;/：单个 change 的全部产物目录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横向命令：I-intel / M-health / A-architect / A-evolve / L-restyle 独立于流水线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整体架构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核心引擎是大脑，Hook 是运行时，技能是入口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意图 → /flow-go 路由 → 阶段 prompt → 产物（.md）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17 个 flow-* 技能将核心引擎暴露为斜杠命令（三平台同源；dsh 插件自动挂载）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Hook 运行时链：00-gate / 01-transcript + 20~34 逻辑模块 + 99-report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门禁：PreToolUse（independent-review gate + auto-checkpoint）· SessionStart（恢复/矫正/报告）· pre-commit（提交前全量门禁）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独立审查：L2 子代理盲审 + L3 外部模型（gate_config 按阶段开启）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两大命令：/flow-go vs /flow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统一入口（自动路由） vs 状态管理（手动操作）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/flow-go — 描述意图自动路由：新需求→阶段 0；继续→阶段 4；需求/设计/测试/归档等关键词直达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/flow — 状态管理子命令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6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start / stop / phase &lt;n&gt; / task &lt;Tn&gt; / goal / goal clear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6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checkpoint &lt;file&gt; &lt;desc&gt; — 中断恢复点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6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doctor — .flow-active 完整性 + correction 卫生报告（type/violations 去重，check→rule 回退）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6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model — 五级链配置：l2=/l3= 显式字段，l2-default=/l3-default= 站点默认，--clear 清除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6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gate-config — 按阶段开关独立审查（both/L2/L3/off；旧值 independent/true 自动映射为 both）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8 阶段流水线总览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每个阶段产出明确产物，经 Toll-Gate 进入下一阶段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0 CHANGE（提案）→ 1 REQUIREMENT（需求）→ 2 DESIGN（设计）→ 2a UI-DESIGN（前端项目）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→ 3 TASK（任务拆解）→ 4 DEV（开发执行）→ 5 TEST（测试）→ 6 REVIEW（审查）→ 7 INTEGRATION（集成归档）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PCSC + PCG 双层防护保证产物完整；Pipeline Goal 支持跨阶段自动推进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C7463B"/>
                </a:solidFill>
                <a:latin typeface="Times New Roman"/>
                <a:ea typeface="宋体"/>
                <a:cs typeface="宋体"/>
              </a:rPr>
              <a:t>阶段 7 含 pre-commit 门禁与 34 号 archive-commit 归档后未提交检测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阶段 0-1：从模糊想法到可执行需求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CHANGE →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阶段 0 · CHANGE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6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AI 自动生成 change-id + 创建 .specs/&lt;id&gt;/；架构级变更预检；反问澄清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6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产出：CHANGE.md（Why / What / 影响面 / v1-v2-out / 验收线）</a:t>
            </a:r>
          </a:p>
          <a:p>
            <a:pPr algn="l">
              <a:spcBef>
                <a:spcPts val="600"/>
              </a:spcBef>
              <a:spcAft>
                <a:spcPts val="500"/>
              </a:spcAft>
            </a:pPr>
            <a:r>
              <a:rPr sz="1500" b="1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阶段 1 · REQUIREMENT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6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用户故事 + Given/When/Then AC（每条可机器验证）+ v1/v2/out + NFR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6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域语言沉淀到 .specs/CONTEXT.md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阶段 2-2a：技术设计 + UI 美学设计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DESIGN / UI-DESIGN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阶段 2 · DESIGN：技术栈锁定 → 既有架构对齐 → 决策清单（备选/理由/代价）→ ADR → 风险 → §9 沉淀建议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阶段 2a · UI-DESIGN（仅前端项目）：OKLCH tokens / 字体间距 / 反 AI-slop 自检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brownfield 必跑 0.5 既有架构对齐：触碰模块 + 沿用/引新 + 禁动清单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阶段 3-4：任务拆解 + 开发执行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TASK → DEV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阶段 3 · TASK：波次划分（并行 [P]）+ XML 任务（id/read_files/write_files/action/verify/done）+ depends_on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阶段 4 · DEV：TDD 驱动；write_files 边界由提交前 verify 拦截；checkpoint 可中断恢复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C7463B"/>
                </a:solidFill>
                <a:latin typeface="Times New Roman"/>
                <a:ea typeface="宋体"/>
                <a:cs typeface="宋体"/>
              </a:rPr>
              <a:t>破坏性变更门槛：改公共契约先回到 DESIGN 对齐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阶段 5-6：测试 + 单轮合并审查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TEST →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阶段 5 · TEST：测试矩阵 + UAT + 覆盖率回顾；AC 是派生用例唯一来源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阶段 6 · REVIEW：单轮合并审查——spec 合规 + 6 维代码质量（R1~R6）+ UI 视觉在同一次 pass 内完成，只产报告不改代码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独立审查（默认关闭，gate_config 开启）：L2 子代理盲审（四要素报告，禁喂自评）+ L3 外部模型 hook 强审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C7463B"/>
                </a:solidFill>
                <a:latin typeface="Times New Roman"/>
                <a:ea typeface="宋体"/>
                <a:cs typeface="宋体"/>
              </a:rPr>
              <a:t>审查对象覆盖 1/2/3/5/6/7 阶段（gate_config 决定）；Critical 必须修复才放行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阶段 7：集成与归档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跑全套自动化（test + lint + build）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pre-commit 门禁：提交前自动全量门禁，fail 即阻塞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人工 UAT 逐条 AC 打勾 → 失败诊断 → LESSONS 提名（归档之前必跑）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产出：UAT.md + .specs/archive/&lt;YYYY-MM-DD&gt;-&lt;change-id&gt;/（含 ARCHIVE-MANIFEST.txt）+ 更新 CHANGELOG.md / STATE.md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34 号 archive-commit-check：检测归档后是否仍有未提交变更 → 写 archive-uncommitted correction（不读 CHANGE.md）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Git 收尾（用户确认后合并/PR）→ /flow stop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Pipeline Goal 交互时序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Goal → 跨阶段自动推进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1A1A2E"/>
                </a:solidFill>
                <a:latin typeface="Times New Roman"/>
                <a:ea typeface="宋体"/>
                <a:cs typeface="宋体"/>
              </a:rPr>
              <a:t>/flow goal "条件" --pipeline --from 0 --gate-config '{"6-review":"both",...}'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设定后 AI 跨 turn 迭代：阶段完成 → PCSC 自检 → toll-gate（默认人工确认 / auto_advance=true 自动）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L2 同步盲审 + L3 异步外部审查：审查结果写入 INDEPENDENT-REVIEW-N.md + done 标志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rollback：阶段失败自动回退到上一通过门禁，动态下界不低于 start_phase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PCSC + PCG 双层防护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产物完整性两道独立检查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第一层 · PCSC：prompt 内置产物自检段，任一 ❌ 禁止进入 toll-gate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第二层 · PCG：GO.md 路由层磁盘存在性门禁，独立于 prompt，AI 无法绕过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auto-advance=true 时 PCSC 全绿才自动 transition；状态由 33 号状态完整性模块交叉验证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L2/L3 模型配置：五级解析链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ADR-012/013 · 2026-09-03 起含站点默认 tier（tier-4/5）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fk_resolve_model &lt;layer&gt; 五级链，逐级非空即停（以 L3 为例）：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1. ANTHROPIC_DEFAULT_HAIKU_MODEL（CC 原生 env）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2. FLOW_KIT_L3_MODEL（临时覆盖 env）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3. .goal.l3_model（持久化显式 · /flow model l3=）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4. FLOW_KIT_L3_DEFAULT_MODEL（站点级默认 env）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5. .goal.l3_default_model（站点默认持久化 · /flow model l3-default=）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L2 对称（ANTHROPIC_L2_MODEL 起）；全空 → 优雅降级写 model-missing correction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C7463B"/>
                </a:solidFill>
                <a:latin typeface="Times New Roman"/>
                <a:ea typeface="宋体"/>
                <a:cs typeface="宋体"/>
              </a:rPr>
              <a:t>/flow model l2=/l3=/l2-default=/l3-default=/--clear；显式配置永远压过默认级；只触碰 4 个模型键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凭证由 fk_resolve_api_credentials 独立判定——默认模型不改变无凭证跳过语义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横向命令（独立于流水线）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/flow-go + 关键词自动路由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I-intel — 入场扫描：生成 CONTEXT.md（术语表/抽象索引/禁动清单）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M-health — 健康巡检：技术债盘点 + 改进路线图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A-architect — 架构文档：ARCHITECTURE.md + ADR + 模块契约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A-evolve — 架构沉淀：扫描归档 DESIGN §9 同步项目级文档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L-restyle — 视觉重构：换皮肤不改功能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Stop Hook 系统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运行时后处理链 · 12 个开关模块（用户级 stop-hook.json 唯一一份）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基础设施：00-gate（入口）/ 01-transcript-parse（转录解析）；收尾 99-report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12 开关模块（config 键列）：claude-md/memory/git/quality/session/project/workflow/interactive_ui_check/weak_model_compliance/independent_review/flow_active_integrity/archive_commit_check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33 号 flow_active_integrity：状态完整性 + correction 卫生（ADR-024 去重/FIFO/类型剥离）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C7463B"/>
                </a:solidFill>
                <a:latin typeface="Times New Roman"/>
                <a:ea typeface="宋体"/>
                <a:cs typeface="宋体"/>
              </a:rPr>
              <a:t>34 号 archive_commit_check：阶段 7 归档提交门禁；配合 pre-commit 钩子部署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30/31/32 为辅助脚本（AI 分析/自动推进/回退兜底，无独立开关）；SessionStart 按 correction 类型收割 banner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brooks-lint 代码审查插件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6 个审查技能 · 12 本软件工程经典书的方法论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/brooks-review — PR 代码审查（Symptom→Source→Consequence→Remedy）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/brooks-audit — 架构审计 / /brooks-debt — 技术债盘点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/brooks-test — 测试质量 / /brooks-health — 健康总览 / /brooks-sweep — 全量扫描+修复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典型工作流：新功能开发 10 步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完整流程速览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1. /flow start（初始化 .flow-active）→ 2. /flow-go 描述需求 → 阶段 0 生成 change-id + CHANGE.md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3. 阶段 1 REQUIREMENT（GWT AC）→ 4. 阶段 2 DESIGN → 5. 阶段 3 TASK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6. 阶段 4 DEV 按波次执行（TDD）→ 7. 阶段 5 TEST 矩阵 + UAT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8. 阶段 6 REVIEW（单轮合并审查 + L2/L3 独立审查）→ 9. 阶段 7 INTEGRATION（门禁 + 归档）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10. /flow stop 收尾；可选 /flow-go 同步架构（A-evolve）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文件结构 + Token 预算参考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项目级视图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.flow-active（运行时状态）· .flow-kit/（会话运行时 · 不入库）· .specs/（STATE/CONTEXT/archive/&lt;YYYY-MM-DD&gt;-&lt;change-id&gt; 归档目录）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change 产物：CHANGE / REQUIREMENT / DESIGN / UI-DESIGN / TASK / TEST / REVIEW + T&lt;N&gt;-SUMMARY；阶段 7 另产 UAT.md 与归档清单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dsh 插件同构路径：&lt;profile&gt;/node_modules/dsh-flow-kit/{flow-kit,skills,hooks,...}，docs/ 含本指南副本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Token 预算参考：规划链 ~30-62k · DEV 每 task ~25-60k · 全链完整模式 ~250-530k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dsh 插件化：安装与挂载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DeepSeek Harness 用户入口（见指南 §2.4）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打包：bash package-dsh-plugin.sh → dist/dsh-flow-kit + tgz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安装：dsh plugin --profile &lt;profile&gt; add file:&lt;仓库&gt;/dist/dsh-flow-kit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自动注册：声明 dsh.bundle 的包被加入 dsh.profile.bundles（无需手改配置）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挂载：17 个 flow-* 技能 + /flow 命令 + hooks + brooks-lint + vendor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C7463B"/>
                </a:solidFill>
                <a:latin typeface="Times New Roman"/>
                <a:ea typeface="宋体"/>
                <a:cs typeface="宋体"/>
              </a:rPr>
              <a:t>重启 dsh --profile &lt;profile&gt; 生效；更新 = 重打包 + make dsh-sync + 重启（DSH_PROFILE 可覆盖 profile）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自检：/flow doctor 查看状态与 correction 卫生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安装面：作用域与入口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install.sh 三个作用域 + dsh 插件（指南 §2.1~2.4）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--global：核心引擎 + skills + brooks-lint + brooks-tools；默认不含 hooks（要 hooks 需再加 --user）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--user：hooks 装到用户目录（~/.claude · ~/.config/opencode · ~/.dsh），所有项目共用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--project &lt;path&gt;：只装 hooks + settings.json + .specs 模板；配置仍走用户级（2026-09-21 起不再生成也不再读取项目级配置）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--hooks-only（配合 --project）：仅装 hooks，并铺 .specs/STATE.md 模板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--platform claude|opencode|dsh|auto：目标平台（默认 claude）；dsh 不落盘，只打印插件安装指引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dsh 插件：bash package-dsh-plugin.sh → dsh plugin --profile &lt;profile&gt; add file:&lt;仓库&gt;/dist/dsh-flow-kit → 重启 profile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刷新：make dsh-sync 把 dist 全量同步进已装插件（DSH_PROFILE=&lt;profile&gt; make dsh-sync 可覆盖，默认 web；未装则跳过 exit 0）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插件当前 v0.2.0（以 dist/dsh-flow-kit/package.json 为准）；/flow doctor 自检挂载结果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L3 审查链：凭证 · 熔断 · 工件上限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gate_config 含 L3 的阶段必须配齐凭证，否则门禁死锁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C7463B"/>
                </a:solidFill>
                <a:latin typeface="Times New Roman"/>
                <a:ea typeface="宋体"/>
                <a:cs typeface="宋体"/>
              </a:rPr>
              <a:t>三 Path 凭证链（fk_resolve_api_credentials，命中即停）——凭证缺失 = L3 门禁死锁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claude：ANTHROPIC_AUTH_TOKEN（+ ANTHROPIC_BASE_URL）&gt; FLOW_KIT_L3_AUTH_TOKEN + FLOW_KIT_L3_BASE_URL &gt; ANTHROPIC_API_KEY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dsh / opencode：FLOW_KIT_L3_AUTH_TOKEN + FLOW_KIT_L3_BASE_URL 最优先（Path3 → 1 → 2）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rc 语义：0 就绪 / 1 无任何凭证 / 2 Path3 不完整（设了 token 但缺 base url → 报错，拒绝静默回落 Path2）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C7463B"/>
                </a:solidFill>
                <a:latin typeface="Times New Roman"/>
                <a:ea typeface="宋体"/>
                <a:cs typeface="宋体"/>
              </a:rPr>
              <a:t>死锁链：凭证缺失 → hook 不写 .done → PreToolUse 禁止主 agent 代写 → commit / 阶段推进全部阻塞（工件上看不出原因）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加载：cp .claude/l3.env.example ~/.config/flow-kit/l3.env 后 chmod 600；systemd drop-in EnvironmentFile= 或 shell set -a; . ~/.config/flow-kit/l3.env; set +a（claude / OpenCode 在 ~/.bashrc source）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熔断：连续 fail 达 max_failures_before_bypass（默认 3，0 = 关闭）→ 子系统自动写 .done + L3_verdict=skipped 并追加 bypass 审计段（不伪装 pass）；删 .specs/&lt;id&gt;/.l3-attempts-&lt;phase&gt; 即可重试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工件上限：max_artifact_bytes 默认 80000 字节（CJK ÷3 ≈ 2.7 万汉字）；旧名 max_artifact_chars 已废弃（打 DEPRECATED）；解析链 FLOW_KIT_L3_MAX_ARTIFACT_BYTES &gt; 80000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安全红线：凭证绝不落盘到仓库 / .flow-active / correction / 日志 / 报告，只存在于 hook 子进程 env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质量门禁：make check 六门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一条命令跑全部机械门禁；任一红即整体红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make check = test → lint → check-validate → check-test-sync → check-hooks-sync → check-dist（六门串行）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1 make test — 全量 bats（npx bats test/，含副本一致性守护用例）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2 make lint — shellcheck error 级；结束打印 SCANNED_FILES: &lt;n&gt; 列出扫描域，防「只扫了 2/9 份载体」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3 make check-validate — 打包完整性：package-flow-kit.sh --validate 核对 staging 覆盖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4 make check-test-sync — test/ 与 flow-kit-bundle/test/ 逐文件一致（新增用例后须 make test-sync）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5 make check-hooks-sync — hooks 唯一维护源 → 6 个副本根无漂移（改完源须 make hooks-sync）</a:t>
            </a:r>
          </a:p>
          <a:p>
            <a:pPr algn="l" lvl="1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6 make check-dist — dist 打包件新鲜度：package-dsh-plugin.sh --check 只读逐文件 cmp，NFR ≤2s（实测 0.61s）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C7463B"/>
                </a:solidFill>
                <a:latin typeface="Times New Roman"/>
                <a:ea typeface="宋体"/>
                <a:cs typeface="宋体"/>
              </a:rPr>
              <a:t>单点命令：make hooks-sync（同步 hooks 到各副本）/ make dsh-sync（dist → 已装 profile）/ make verify-claims（三态机械复验：✅ 命中 / ❌ 不成立 / SKIP）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版本与副本口径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A8C4E0"/>
                </a:solidFill>
                <a:latin typeface="Times New Roman"/>
                <a:ea typeface="宋体"/>
                <a:cs typeface="宋体"/>
              </a:rPr>
              <a:t>四份指南副本 + deck 新鲜度的机械守护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指南 4 份副本（内容必须一致，md5 唯一值 = 1）：仓库根 FLOW-KIT-用户指南.md / flow-kit-bundle/FLOW-KIT-用户指南.md / dist/dsh-flow-kit/docs/ / dist/dsh-flow-kit/vendor/flow-kit-bundle/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同步顺序：改 bundle 底稿 → 覆写仓库根副本 → 窄路径 cp 到 dist 两份 → package-dsh-plugin.sh --check 复绿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1F3A5F"/>
                </a:solidFill>
                <a:latin typeface="Times New Roman"/>
                <a:ea typeface="宋体"/>
                <a:cs typeface="宋体"/>
              </a:rPr>
              <a:t>版本日期口径三处统一 = 2026-09-21：指南版本行 / 分节「最后同步日期」/ deck 封面日期行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守护 1 · test/test_guide_copy_parity.bats：四份 md5 一致性 + deck 新鲜度（pptx 页数 == len(slides.json)、封面日期 == 指南版本行）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2E86AB"/>
                </a:solidFill>
                <a:latin typeface="Times New Roman"/>
                <a:ea typeface="宋体"/>
                <a:cs typeface="宋体"/>
              </a:rPr>
              <a:t>守护 2 · deck_checks.py：页数 / 封面日期 / 禁词 0 / 逐页非空 / 按标题的关键串断言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>
                <a:solidFill>
                  <a:srgbClr val="C7463B"/>
                </a:solidFill>
                <a:latin typeface="Times New Roman"/>
                <a:ea typeface="宋体"/>
                <a:cs typeface="宋体"/>
              </a:rPr>
              <a:t>四份不一致 → make check 第一门（make test）即红；root ↔ bundle 是历史高发漂移边，本轮补上守护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6C757D"/>
                </a:solidFill>
                <a:latin typeface="Times New Roman"/>
                <a:ea typeface="宋体"/>
                <a:cs typeface="宋体"/>
              </a:rPr>
              <a:t>纯文档 change 的验证方式：md5 唯一值 + pptx 页数/日期 + 禁词 grep，全部可机械复验，不依赖人工阅读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