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72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flow-kit 技术设计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AI 驱动的软件开发流程框架 · 设计理念与重要技术细节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7295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① 三层架构与设计理念 — 不是纯 markdown，有 Hook 运行时 + Skill 包装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② 基本架构 — 8 阶段流水线 · GO 路由 · .specs 文件体系 · 四角色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③ 基本使用 — /flow-go · /flow · 安装 · 10 步工作流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④ 基本技术设计 — 三层门禁 · Pipeline Goal · L2/L3 双轮审查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⑤ 重要技术细节 — 17 模块 Hook · brooks-lint · 13 ADR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2026-07-24 | github.com/hellrabb/flow-kit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flow-kit 不是什么「纯 markdown」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三层架构：核心引擎 + Hook 运行时 + Skill 包装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120640" cy="5257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latin typeface="Times New Roman"/>
                <a:ea typeface="宋体"/>
                <a:cs typeface="宋体"/>
              </a:rPr>
              <a:t>flow-kit 不是纯 markdown 文档集——它有运行时。三层架构各司其职：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核心引擎层（markdown，无运行时依赖）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GO.md 统一入口路由 + prompts/ 阶段指令 + reference/ 查阅型参考 + templates/ 产物模板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不被工具更新坑到。改哪条编程约定就改哪个 md。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Hook 运行时层（bash，自动门禁与兜底）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Stop 链式执行 17 个模块化脚本：从 transcript 解析到状态完整性交叉验证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PreToolUse 2 个：每次 Write/Edit/Bash 前自动 checkpoint + 硬拦截未经 review 的 commit/PR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SessionStart 2 个：会话启动时恢复状态 + 注入矫正指令 + 显示审查结果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Times New Roman"/>
                <a:ea typeface="宋体"/>
                <a:cs typeface="宋体"/>
              </a:rPr>
              <a:t>Skill 包装层（IDE 适配，跨 IDE 一致）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17 个 flow-* skills 将核心引擎暴露为 /flow-go、/flow 等斜杠命令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brooks-lint 6 skills 将 12 本软件工程经典书籍的诊断框架暴露为可调用 skill</a:t>
            </a:r>
          </a:p>
        </p:txBody>
      </p:sp>
      <p:pic>
        <p:nvPicPr>
          <p:cNvPr id="6" name="Picture 5" descr="d0_three_layer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75982"/>
            <a:ext cx="5790895" cy="5191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设计理念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artifact-first · protect-the-weakest · 6 条设计原则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91440" cy="24917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3240938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artifact-first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阶段可压缩可回炉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关键 .md 不能缺席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不是 phase-gated；是 artifact-gated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2498" y="1188720"/>
            <a:ext cx="3606698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91440" cy="2491740"/>
          </a:xfrm>
          <a:prstGeom prst="rect">
            <a:avLst/>
          </a:prstGeom>
          <a:solidFill>
            <a:srgbClr val="C74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1298448"/>
            <a:ext cx="3240938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protect-the-weakest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默认按最弱模型能扛住写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降级才 opt-out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只加结构刚性护栏，不加唠叨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7796" y="1188720"/>
            <a:ext cx="3606698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7796" y="1188720"/>
            <a:ext cx="91440" cy="24917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6396" y="1298448"/>
            <a:ext cx="3240938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fresh context / 阶段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阶段切换 = 清窗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靠 .md 工件传递状态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不靠对话堆叠，无「AI 记得」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09060"/>
            <a:ext cx="3606698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09060"/>
            <a:ext cx="91440" cy="24917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18788"/>
            <a:ext cx="3240938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task 必带 verify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TASK.md 每项含可执行验证命令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verify 未通过 = 标记未完成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R2.4 / R4.4 硬约束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2498" y="3909060"/>
            <a:ext cx="3606698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2498" y="3909060"/>
            <a:ext cx="91440" cy="249174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098" y="4018788"/>
            <a:ext cx="3240938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审查至少两轮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spec 合规 + 代码质量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建议一轮跨模型 spot-check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L2 子 agent 盲审 + L3 外部模型审查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796" y="3909060"/>
            <a:ext cx="3606698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7796" y="3909060"/>
            <a:ext cx="91440" cy="2491740"/>
          </a:xfrm>
          <a:prstGeom prst="rect">
            <a:avLst/>
          </a:prstGeom>
          <a:solidFill>
            <a:srgbClr val="C74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6396" y="4018788"/>
            <a:ext cx="3240938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失败是输入而不是终点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UAT 失败 → 自动产 fix-plan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回 4-dev，最多 3 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超限人工介入（R2.6）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8 阶段流水线总览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CHANGE → REQUIREMENT → DESIGN → [2a UI-DESIGN] → TASK → DEV → TEST → REVIEW → INTEGRATION →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72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每阶段产出明确 .md 工件，通过 Toll-Gate 门禁过渡。阶段 2a（UI-DESIGN）仅前端触发——非前端从 2 跳过 2a。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上图 2 列布局：左列 0-1-2-3 为规划链，Toll-Gate 过渡到右列 4-5-6-7-ARCHIVE 为执行链。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MVP 路径：REQUIREMENT → DESIGN-lite → TASK → DEV（阶段可压缩，关键工件不能缺）。</a:t>
            </a:r>
          </a:p>
        </p:txBody>
      </p:sp>
      <p:pic>
        <p:nvPicPr>
          <p:cNvPr id="6" name="Picture 5" descr="d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41" y="2788920"/>
            <a:ext cx="1914413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规划链详解：阶段 0 → 1 → 2 → 3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从模糊想法到可执行任务清单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0 · CHANGE — 变更提案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AI 反问澄清 + 影响面判定 → 自动生成 change-id → 产出 CHANGE.md（Why/What/影响面/v1/v2/out）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1 · REQUIREMENT — 需求 + AC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AI 主笔用户故事 + Given/When/Then + v1/v2/out 范围切分 + 术语提取 → CONTEXT.md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2 · DESIGN — 技术设计 + ADR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技术栈预选(5-6卡)→架构预检(拆模块/换DB/改契约→反问)→产出 DESIGN.md+ADR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3 · TASK — 任务拆解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原子任务(XML:id/wave/depends_on/read_files/write_files/verify/done)→TASK.md。按文件冲突切，标注[P]并行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执行链详解：阶段 4 → 5 → 6 → 7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每任务 fresh context + TDD + 5轮金字塔 + 双轮审查 + 集成归档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4 · DEV — 开发执行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每任务 fresh subagent + TDD + atomic commit。提交前 brooks-review self-review。8 步：LESSONS→读DESIGN→复述边界→写测试→实现→verify→review→SUMMARY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5 · TEST — 5 轮测试金字塔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功能(矩阵+UAT+覆盖率)/性能/安全(OWASP Top10)/兼容/可观测。brooks-test 审查测试质量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6 · REVIEW — 双轮审查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轮1 spec合规(对照AC打勾)。轮2 代码质量(brooks-review R1-R6)。大变更+brooks-audit。里程碑+brooks-debt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7 · INTEGRATION — 集成归档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全自动化→人工UAT逐条AC→失败诊断→提名LESSONS→归档archive/。L2+L3双pass→done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入口系统：意图 → 路由 → 命令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/flow-go 自动路由 + /flow 手动状态管理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120640" cy="5257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/flow-go —— 一句话意图，AI 解析关键词、路由阶段、生成 change-id、输出预算。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  <a:ea typeface="宋体"/>
                <a:cs typeface="宋体"/>
              </a:rPr>
              <a:t>/flow —— 操作 .flow-active 状态：start/stop/phase/task/goal/checkpoint/doctor/model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/flow model [l2=] [l3=] —— 查询/设置审查模型，持久化 .goal.l*_model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/flow goal &lt;条件&gt; --pipeline --from 0 --gate-config all —— Pipeline 全链自动推进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典型顺序：先 /flow start，再 /flow-go 描述意图。</a:t>
            </a:r>
          </a:p>
        </p:txBody>
      </p:sp>
      <p:pic>
        <p:nvPicPr>
          <p:cNvPr id="6" name="Picture 5" descr="d1_go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80034"/>
            <a:ext cx="5790895" cy="1983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.specs/ 文件体系 + 四角色红线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产物即状态，无隐式记忆。同会话同时只扮一角，切换必清窗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.specs/&lt;change-id&gt;/：CHANGE→REQUIREMENT→DESIGN→[UI-DESIGN]→TASK→SUMMARY→TEST→REVIEW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跨 change：STATE.md · CONTEXT.md · LESSONS.md · ARCHITECTURE.md · CHANGELOG.md · adr/ · archive/ · health/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四角色红线：</a:t>
            </a:r>
          </a:p>
          <a:p>
            <a:pPr algn="l" lvl="1">
              <a:spcAft>
                <a:spcPts val="7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Architect 不写实现代码 | Dev 不改 REQUIREMENT/DESIGN(发现问题开新 CHANGE)</a:t>
            </a:r>
          </a:p>
          <a:p>
            <a:pPr algn="l" lvl="1">
              <a:spcAft>
                <a:spcPts val="7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Reviewer 不修代码(只产报告+修复task) | 切换角色必清窗，禁同会话扮多角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安装（30 秒）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bash install.sh --global --user &lt;项目路径&gt;  或   --project &lt;路径&gt;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全局安装（推荐 user-scope）：一次安装所有项目共享。项目级安装：每项目一份锁定版本。</a:t>
            </a:r>
          </a:p>
          <a:p>
            <a:pPr algn="l" lvl="1">
              <a:spcAft>
                <a:spcPts val="700"/>
              </a:spcAft>
            </a:pPr>
            <a:r>
              <a:rPr sz="1200" b="1">
                <a:latin typeface="Times New Roman"/>
                <a:ea typeface="宋体"/>
                <a:cs typeface="宋体"/>
              </a:rPr>
              <a:t>your-project/flow-kit/ → GO.md · METHODOLOGY.md · RULES.md · prompts/ · reference/ · templates/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.claude/skills/ → 17 个 flow-* skills(斜杠命令) | .claude/hooks/ → Stop 17 + PreToolUse 2 + SessionStart 2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更新：/flow-kit-update --check → --upgrade 增量更新（改动文件替换，用户定制保留）。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10 步典型工作流（新功能开发）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/flow start → /flow-go 描述意图 → AI 自动路由全链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Pipeline 一行启动：/flow goal 「完成 X 功能」 --pipeline --from 0 --gate-config all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① /flow start → ② /flow-go 我想加 X → 0-change + CHANGE.md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③ /flow-go 写需求 → 1-requirement · ④ /flow-go 技术设计 → 2-design + ADR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⑤ [前端] /flow-go UI设计 → 2a · ⑥ /flow-go 拆任务 → 3-task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⑦ /flow-go 执行 T&lt;NN&gt; → 4-dev(TDD+SUMMARY) · ⑧ /flow-go 测试 → 5-test(5轮金字塔)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⑨ /flow-go 审查 → 6-review(L2盲审+L3) · ⑩ /flow-go 集成 → 7-integration(归档archive/)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状态在 .flow-active 和 .md 工件里，不在对话里。中断恢复：/flow-go 继续。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三层门禁体系：PCSC → Toll-Gate → Transition 前置查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PCSC 自检(Prompt 内置) → Toll-Gate(人工确认) → Transition 前置查(Hook 强制)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120640" cy="5257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① PCSC — Phase Completion Self-Check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7 项自检：task全done/SUMMARY齐/verify通过/diff不越界/既有抽象grep/sub-goal/bats 0 fail。任一❌禁进toll-gate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② Toll-Gate — 人工确认暂停点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全✅后输出 TOLL-GATE 等用户确认。auto_advance=true → 自动transition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③ Transition 前置查 — Hook 强制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transition jq 前查 gates[N→N+1]=passed。passed 由合法 .done 触发，fk_validate_done_marker 6键KVP真实性校验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拒：空.done(touch/echo)/假内容(AI写「已完成」但未派子agent)/跳过子进程直接写.done</a:t>
            </a:r>
          </a:p>
        </p:txBody>
      </p:sp>
      <p:pic>
        <p:nvPicPr>
          <p:cNvPr id="6" name="Picture 5" descr="d4_three_layer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07333"/>
            <a:ext cx="5790895" cy="41291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7 gate key 全链 Transition 校验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gate 开启→前置查 passed(依赖合法 .done)；未开启→仅查产物门禁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前进(目标&gt;当前)→正常gate检查；回退(目标&lt;当前)→放行(不要求.done，允许从失败恢复)。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127729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417"/>
                <a:gridCol w="3075625"/>
                <a:gridCol w="6151251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gate key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from → to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  <a:cs typeface="宋体"/>
                        </a:rPr>
                        <a:t>前置条件（产物门禁）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0→1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0-change → 1-requirement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CHANGE.md 存在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1→2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1-requirement → 2-design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REQUIREMENT.md 存在（可开L2/L3/both）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2→3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2-design → 3-task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DESIGN.md 存在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3→4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3-task → 4-dev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TASK.md 存在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4→5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4-dev → 5-test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所有task done(SUMMARY齐+verify全过)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5→6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5-test → 6-review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TEST.md 存在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6→7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6-review → 7-integration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latin typeface="Times New Roman"/>
                          <a:ea typeface="宋体"/>
                          <a:cs typeface="宋体"/>
                        </a:rPr>
                        <a:t>REVIEW 无🔴Critical（强烈推荐L2+L3）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/flow goal — Pipeline 跨阶段自动推进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Goal 设定 → AI 跨 turn 迭代 → Toll-Gate 确认 → Transition jq 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120640" cy="5257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latin typeface="Times New Roman"/>
                <a:ea typeface="宋体"/>
                <a:cs typeface="宋体"/>
              </a:rPr>
              <a:t>/flow goal 「pnpm test &amp;&amp; lint clean」—— 单阶段。加 --pipeline --from 0 --gate-config all → Pipeline 全链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goal字段：scope · start_phase · current_phase · phases_done[] · gates{} · gate_config · auto_advance · mode</a:t>
            </a:r>
          </a:p>
          <a:p>
            <a:pPr algn="l" lvl="1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执行流：Goal→PCSC自检→Toll-Gate→确认→jq transition(current_phase++/phases_done+=/gate=passed)→下一阶段→...→done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auto_advance=false(默认)：等用户。=true：31-auto-advance.sh hook 兜底自动推进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回退：jq 移除失败阶段及之后 phases_done。自迭代≤3——超限人工介入</a:t>
            </a:r>
          </a:p>
        </p:txBody>
      </p:sp>
      <p:pic>
        <p:nvPicPr>
          <p:cNvPr id="6" name="Picture 5" descr="d5_goal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580" y="1143000"/>
            <a:ext cx="518293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L2 盲审 + L3 异步外部审查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为主 agent self-review 提供第二意见 · 覆盖六阶段 · 默认关闭(/flow gate-config 开启)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L2 — 子 agent 同步盲审（零网络延迟）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Agent tool 派固化盲审子 agent(qa-expert/architect-reviewer/code-reviewer)，注入 L2-blind-review.md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禁喂主 agent 自评/草稿。输出Iron Law四要素+🔴🟡🟢→INDEPENDENT-REVIEW L2段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L3 — 外部模型异步审查（三道防线）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①PreToolUse硬拦截(commit/PR无.done→exit2) ②fk_auto_phase阻断 ③auto_advance=false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L2-first 契约(ADR-009)：gate_config=both时主agent须先派L2写段→Stop 29 D4才触L3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done标志=L2+L3都完成→touch三道防线全放行。PreToolUse实时拦截+Stop 29兜底互补。连续失败≥3次可手动绕过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L2/L3 模型配置：fk_resolve_model 三级优先级链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ADR-012/013 · 每级取非空即停 · 全空优雅降级不崩溃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120640" cy="5257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latin typeface="Times New Roman"/>
                <a:ea typeface="宋体"/>
                <a:cs typeface="宋体"/>
              </a:rPr>
              <a:t>公共函数 fk_resolve_model &lt;layer&gt;（common.sh）—— pure query，不写文件，始终 return 0。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三级优先级链（各层第一个非空值命中即停）：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L3: ANTHROPIC_DEFAULT_HAIKU_MODEL &gt; FLOW_KIT_L3_MODEL &gt; .goal.l3_model &gt; 降级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L2: ANTHROPIC_L2_MODEL &gt; FLOW_KIT_L2_MODEL &gt; .goal.l2_model &gt; 降级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9D8F"/>
                </a:solidFill>
                <a:latin typeface="Times New Roman"/>
                <a:ea typeface="宋体"/>
                <a:cs typeface="宋体"/>
              </a:rPr>
              <a:t>跨平台：非CC经 FLOW_KIT_* env 配置。L2 已移除 claude-sonnet-5 fallback。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降级路径（全空不崩溃）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caller→fk_resolve_model空→write_model_missing_correction写.correction→29 exit 3(fail-open)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ADR-013覆盖写：compliance&gt;model-missing。当前若compliance+violations非空则不覆盖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退场：write_model_missing_clear（type匹配才rm）。SessionStart收割：compliance删，model-missing留。</a:t>
            </a:r>
          </a:p>
        </p:txBody>
      </p:sp>
      <p:pic>
        <p:nvPicPr>
          <p:cNvPr id="6" name="Picture 5" descr="d6_fk_resolv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62156"/>
            <a:ext cx="5790895" cy="38194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Hook 全景 — 编号设计逻辑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Stop 链 00→01→20→...→33→99 · PreToolUse 2 · SessionStart 2 · 共 21 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编号设计：基础设施(00-01)→通用卫生(20-25)→flow-kit核心(26-29)→兜底扩展(30-33)→报告聚合(99)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所有 Stop 脚本共享 lib/common.sh，通过 stop-hook.json 可配置开关。每个独立 exit 0 不断链，失败写入 $HOOK_TMP_DIR 供 99-report 聚合。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00-01 基础设施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00 入口门禁：子agent隔离+transcript存在+config存在→任一不过静默退出。01 transcript解析：JSONL→结构化中间文件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A9D8F"/>
                </a:solidFill>
                <a:latin typeface="Times New Roman"/>
                <a:ea typeface="宋体"/>
                <a:cs typeface="宋体"/>
              </a:rPr>
              <a:t>20-25 通用卫生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20 CLAUDE.md/21 Memory/22 Git(C1-C4)/23 质量(D1-D4 微变&lt;50行豁免)/24 会话分析/25 项目守卫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26-29 flow-kit 核心（下页详述）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30-33+99 兜底扩展+报告（下下页详述）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Hook 基础设施(00-01) + 通用卫生(20-25)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数据采集 + 基础检查——全非阻塞，纯建议，为 flow-kit 核心打底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00-gate — 入口门禁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三层 gate：is_subagent()→exit 0；transcript 空→exit 0；stop-hook.json 不存在→exit 0。静默退出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01-transcript-parse — 结构化数据源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依赖 lib/transcript-parser.sh。产出 tool-calls.txt/batch-commands.txt/written-files.txt/edited-files.txt/messages.txt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A9D8F"/>
                </a:solidFill>
                <a:latin typeface="Times New Roman"/>
                <a:ea typeface="宋体"/>
                <a:cs typeface="宋体"/>
              </a:rPr>
              <a:t>20-25 通用卫生（全非阻塞，仅建议）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20 CLAUDE.md：A1新命令/A2踩坑/A3新文件/A6过期→claude-md.txt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21 Memory：B1规则教训检测/B2规则违反/B4重复→memory.txt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22 Git：C1工作区/C2大文件/C3 commit建议/C4密钥泄露→git.txt。非git仓库静默退出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23 质量：D1测试/D2类型/D3构建/D4 lint→quality.txt。微变&lt;50行豁免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24 会话：E1工具统计/E2 RTK建议/E3子agent/E4&gt;2h警告/E5 context-mode→session.txt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25 项目守卫：F1容器/F2 pnpm供应链/F3 migration/F4 hook冲突/F5 worktree→project.txt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Hook flow-kit 核心（26-29）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状态验证 + 交互矫正 + 合规扫描 + 独立审查——hook 层质量保证主力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26-workflow — 工作流状态+会话记录(G模块)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G1:fk_validate_flow+fk_artifact_check+fk_auto_phase+fk_stale_check(&gt;7d建议/&gt;30d警告)+fk_boundary_check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G5:fk_snapshot_interrupt(自动写.interrupt)+fk_log_progress(PROGRESS.md追加)+fk_accumulate_tokens(跨会话)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关键lib:flow-kit-artifacts.sh(内部source done-validation.sh)，为29/31/32打底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27-interactive-ui-check — 交互UI矫正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GATE_MAP(8组中文关键词→工具名)检测弱模型跳过AskUserQuestion/EnterPlanMode→写.interactive-ui-fix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连续跳过3次停止矫正→人工介入。包裹在(check_i1)||true 不断链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28-weak-model-compliance — 三层合规扫描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W1:L1规则合规(读CONTEXT禁动清单+通用规则→交叉tool-call文件列表)。W2:L2自检空白检测。W3:L3证据链(引用vs tool-call历史)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产出 type=compliance 的 .correction。依赖01的 messages/written-files/edited-files。无违规时清除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29-independent-review — 独立审查L3(Stop兜底)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9步编排：5gate→积压扫描(≤3个)→L2检测(D4 fix)→防线2→l3_review_run。产出L3段+6键.done。任何路径exit 0(fail-open)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Hook 兜底扩展(30-33/99) + PreToolUse + SessionStart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自动推进兜底 · fallback终点标记 · 状态交叉验证 · 双路审查互补 · 会话恢复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lvl="1">
              <a:spcAft>
                <a:spcPts val="700"/>
              </a:spcAft>
            </a:pPr>
            <a:r>
              <a:rPr sz="12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30-ai-analyze（频率门控，每N=5次Stop）用小模型分析transcript→建议CLAUDE.md更新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2A9D8F"/>
                </a:solidFill>
                <a:latin typeface="Times New Roman"/>
                <a:ea typeface="宋体"/>
                <a:cs typeface="宋体"/>
              </a:rPr>
              <a:t>31-auto-advance：auto_advance=true+phase∈{4,5,6,7}+PCSC全过+gate合规(.done有效)→jq transition。依赖29在前(编号29&lt;31)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2A9D8F"/>
                </a:solidFill>
                <a:latin typeface="Times New Roman"/>
                <a:ea typeface="宋体"/>
                <a:cs typeface="宋体"/>
              </a:rPr>
              <a:t>32-fallback-guard：mode=fallback+scope=pipeline+phase=7+PCSC全过→goal.status=done。仅覆盖终点；中间阶段依赖GO.md路由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33-flow-active-integrity：5项交叉验证(change_id一致性/phase产物一致性/pipeline完整性/staleness&gt;24h/token维护)→state-integrity correction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99-report：收集所有.txt→分类(suggestion/warning/error/info)→stop-hook-report.md+suggestions.md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PreToolUse层（每次Bash/Write/Edit前）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auto-checkpoint：每次Write/Edit自动写.interrupt(fail-open)。independent-review-gate：path-guard防伪造+commit/PR硬拦截exit 2 deny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A9D8F"/>
                </a:solidFill>
                <a:latin typeface="Times New Roman"/>
                <a:ea typeface="宋体"/>
                <a:cs typeface="宋体"/>
              </a:rPr>
              <a:t>SessionStart层（每次新会话启动）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flow-kit-resume：遍历找.flow-active→ASCII恢复banner→分type注入矫正(compliance/UI-fix/model-missing/L3 ready)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stop-report-reminder：提醒审阅stop报告(错误/警告/建议计数，≤3次/3天)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brooks-lint：review / audit / debt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Iron Law — NEVER suggest fixes before risk diagnosis。Health Score 100起始(Critical -15/Warning -5/Suggestion 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brooks-review — PR 代码审查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6维生产代码衰退诊断(R1-R6)。触发词：review code / check PR。输入git diff→四要素+书本引用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4-dev步骤4提交前self-review；6-review 2.1贴入REVIEW.md。不该用于：写新代码/语言语法/框架工具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brooks-audit — 架构审计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Mermaid模块依赖图+分层完整性+循环依赖+Conway Law对齐+Testability Seam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onboarding模式输出导游(无Health Score)。6-review 2.2大变更(≥5模块/新中间件)调用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brooks-debt — 技术债评估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Pain×Spread优先级矩阵+Critical(本月)/Scheduled(1-3迭代)/Monitored 三级路线图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6-review 4.1里程碑调用；Critical追fix，Monitored记LESSONS。不该用于：HTTP /health/K8s probes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brooks-lint：test / health / sweep + gate 集成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测试质量 · 4维健康仪表盘 · 全扫自动修 · flow-kit L2/L3 调用链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brooks-test — 测试质量审查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T1-T6六维：Obscurity/Brittleness/Duplication/Mock Abuse/Coverage Illusion/Architecture Mismatch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5-test 1.4调用；命中≥3项→release前必修。不该用于：从零写新测试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brooks-health — 4维健康仪表盘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PR质量+架构+债+测试+加权综合分+趋势对比。flow-health快速体检调用(5-10分钟)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brooks-sweep — 全扫+自动修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4维统一扫描→Safe/Extended-Safe自动应用→verify→迭代重扫→收敛clean round→3次失败入unresolvable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9A23B"/>
                </a:solidFill>
                <a:latin typeface="Times New Roman"/>
                <a:ea typeface="宋体"/>
                <a:cs typeface="宋体"/>
              </a:rPr>
              <a:t>flow-kit gate 集成总结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4-dev步骤4→brooks-review | 5-test 1.4→brooks-test | 6-review 2.1→brooks-review | 2.2→brooks-audit | 4.1→brooks-debt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flow-health→brooks-health(快速)或brooks-sweep(完整审计)。未装时内置回退约16%发现率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弱模型护栏（protect-the-weakest 落地 4 条硬约束）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结构刚性护栏——弱模型缺它崩溃，强模型多几条几乎无感(AC-7限&lt;20%增量)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524347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91440" cy="2491740"/>
          </a:xfrm>
          <a:prstGeom prst="rect">
            <a:avLst/>
          </a:prstGeom>
          <a:solidFill>
            <a:srgbClr val="C74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5158587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R3.5 · 禁跳反问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阶段0/1/2反问gate未完成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禁止产出最终方案或进入实现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弱模型最易跳过反问直接写代码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188720"/>
            <a:ext cx="5524347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147" y="1188720"/>
            <a:ext cx="91440" cy="2491740"/>
          </a:xfrm>
          <a:prstGeom prst="rect">
            <a:avLst/>
          </a:prstGeom>
          <a:solidFill>
            <a:srgbClr val="C74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8747" y="1298448"/>
            <a:ext cx="5158587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R6.1 · 引用前证据链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引用前必先grep/read验证存在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未验证须标注「未找到」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L3证据链机制——弱模型最高频幻觉源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09060"/>
            <a:ext cx="5524347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09060"/>
            <a:ext cx="91440" cy="2491740"/>
          </a:xfrm>
          <a:prstGeom prst="rect">
            <a:avLst/>
          </a:prstGeom>
          <a:solidFill>
            <a:srgbClr val="C74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18788"/>
            <a:ext cx="5158587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R7.4 · 动手前复述边界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4-dev执行任务前必复述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read_files/write_files边界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+CHANGE范围排除段——防scope drift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3909060"/>
            <a:ext cx="5524347" cy="249174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3909060"/>
            <a:ext cx="91440" cy="249174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4018788"/>
            <a:ext cx="5158587" cy="2308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R1.5 · 重启协议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清窗前写*-PROGRESS.md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含「已排除方案」反重复段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更新STATE中断字段+输出重启指令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三个关键 ADR 深入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protect-the-weakest 哲学基础 · fk_resolve_model 三级链 · correction 覆盖写策略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ADR-001 · protect-the-weakest（2026-06-25 · accepted）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原规则按强模型设计(靠「自觉」)，弱模型出现全套失败：跳反问/幻觉API/不读RULES/范围漂移/中途漂移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决策：3方向中选protect the weakest。①默认全含加严(不需opt-in)②降级才opt-out(v2/L4)③只加结构刚性不加唠叨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否决运行时模型探测(弱模型自报不可靠)+否决维持现状。风险不对称：崩溃代价≫多余约束代价(AC-7&lt;20%)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ADR-012 · fk_resolve_model 三级链（2026-07-23 · accepted · supersede 006）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006的L3 :?报错终止session，非CC平台不可用；L2 fallback跨平台不存在→012三级链+优雅降级+L2移除fallback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ADR-013 · correction 覆盖写策略（2026-07-23 · accepted）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latin typeface="Times New Roman"/>
                <a:ea typeface="宋体"/>
                <a:cs typeface="宋体"/>
              </a:rPr>
              <a:t>.correction单文件两类写入→新增model-missing选compliance&gt;model-missing优先级→mktemp原子mv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13 ADR 全表 + 演进链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架构决策记录（.specs/adr/）——每次关键设计决策的背景→决策→后果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120640" cy="5257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演进链：001哲学基础→006 env-first(被012取代)→012三级链→013降级路径。每个ADR标注Status+Supersedes+未来推翻条件。</a:t>
            </a:r>
          </a:p>
        </p:txBody>
      </p:sp>
      <p:pic>
        <p:nvPicPr>
          <p:cNvPr id="6" name="Picture 5" descr="d7_adr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07220"/>
            <a:ext cx="5790895" cy="51293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100297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总结：flow-kit 的四个支柱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markdown 核心引擎 · bash Hook 运行时 · Skill 包装层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① artifact-first —— 阶段可压缩可回炉，关键 .md 不能缺席；状态在文件里不在对话里。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② protect-the-weakest —— 默认按最弱模型写，结构刚性护栏兜底(R3.5/R6.1/R7.4)；Hook自动检测跳gate+违规+幻觉。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③ 三层门禁 —— PCSC自检(7项)→Toll-Gate人工确认→Transition前置查hook强制；passed依赖合法.done真实性校验。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④ 双轮独立审查 —— L2盲审+L3外部审查；PreToolUse实时拦截+Stop兜底；fk_resolve_model三级链，空则降级不阻塞。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三层架构：markdown核心不被工具更新坑到 · bash Hook自动兜底门禁矫正 · Skill包装跨IDE一致。改哪条约定就改哪个md。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